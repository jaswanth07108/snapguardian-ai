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IN"/>
              <a:t>SnapGuardian AI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IN"/>
              <a:t>Zero-Cloud Privacy, Task Context and NPU Thermal Engine
Designed for Snapdragon-Powered HP PCs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/>
              <a:t>Problem Statement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IN"/>
              <a:t>Privacy Risks: Developers and enterprise users expose API keys, stack traces, and documents to cloud services.
Device Overheating: Heavy AI multitasking heats CPU cores to 82C, causing severe thermal throttling and battery drain.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/>
              <a:t>SnapGuardian AI Solution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IN"/>
              <a:t>SnapCooler NPU Offloader: Offloads AI workloads to 45 TOPS Hexagon NPU (1.2W TDP), dropping CPU temps by 32C.
Real-Time Vision Privacy Guard: Obfuscates secrets locally on screen frames.
Task Context Graph: 100% offline graph mapping for proactive error root cause analysis.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/>
              <a:t>Empirical Benchmarks and Results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IN"/>
              <a:t>Latency: 1.82 ms (NPU) vs 14.5 ms (CPU) - 7.97x Speedup
Power Consumption: 1.2 W (NPU) vs 8.5 W (CPU) - 85.8% Energy Savings
Thermal Delta: -32C CPU Surface Temperature Reduction
Network Traffic: 0 Network Requests (100% Offline Privacy)</a:t>
            </a:r>
            <a:endParaRPr lang="en-I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WPS Presentation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SnapGuardian AI</dc:title>
  <dc:creator>jaswa</dc:creator>
  <cp:lastModifiedBy>jaswa</cp:lastModifiedBy>
  <cp:revision>1</cp:revision>
  <dcterms:created xsi:type="dcterms:W3CDTF">2026-09-20T13:02:25Z</dcterms:created>
  <dcterms:modified xsi:type="dcterms:W3CDTF">2026-09-20T13:02:25Z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A70DFFE1C79043C79C206664EF7BFE18_11</vt:lpwstr>
  </property>
</Properties>
</file>
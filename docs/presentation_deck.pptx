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tableStyles" Target="tableStyles.xml"/><Relationship Id="rId8" Type="http://schemas.openxmlformats.org/officeDocument/2006/relationships/viewProps" Target="viewProps.xml"/><Relationship Id="rId7" Type="http://schemas.openxmlformats.org/officeDocument/2006/relationships/presProps" Target="presProps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US" dirty="0"/>
          </a:p>
        </p:txBody>
      </p:sp>
      <p:sp>
        <p:nvSpPr>
          <p:cNvPr id="16" name="Date Placeholder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title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text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text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text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en-US" smtClean="0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en-US" smtClean="0"/>
            </a:fld>
            <a:endParaRPr lang="en-US"/>
          </a:p>
        </p:txBody>
      </p:sp>
      <p:sp>
        <p:nvSpPr>
          <p:cNvPr id="9" name="Title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en-US"/>
              <a:t>Click to edit Master title style</a:t>
            </a:r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en-US" smtClean="0"/>
              <a:t>Click to edit title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en-US" smtClean="0"/>
              <a:t>Click to edit title</a:t>
            </a:r>
            <a:endParaRPr lang="en-US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9" Type="http://schemas.openxmlformats.org/officeDocument/2006/relationships/theme" Target="../theme/theme1.xml"/><Relationship Id="rId18" Type="http://schemas.openxmlformats.org/officeDocument/2006/relationships/tags" Target="../tags/tag62.xml"/><Relationship Id="rId17" Type="http://schemas.openxmlformats.org/officeDocument/2006/relationships/tags" Target="../tags/tag61.xml"/><Relationship Id="rId16" Type="http://schemas.openxmlformats.org/officeDocument/2006/relationships/tags" Target="../tags/tag60.xml"/><Relationship Id="rId15" Type="http://schemas.openxmlformats.org/officeDocument/2006/relationships/tags" Target="../tags/tag59.xml"/><Relationship Id="rId14" Type="http://schemas.openxmlformats.org/officeDocument/2006/relationships/tags" Target="../tags/tag58.xml"/><Relationship Id="rId13" Type="http://schemas.openxmlformats.org/officeDocument/2006/relationships/tags" Target="../tags/tag57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  <p:custDataLst>
              <p:tags r:id="rId13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14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  <p:custDataLst>
              <p:tags r:id="rId15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  <p:custDataLst>
              <p:tags r:id="rId16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  <p:custDataLst>
              <p:tags r:id="rId17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  <p:custDataLst>
      <p:tags r:id="rId18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/>
          <a:p>
            <a:r>
              <a:rPr lang="en-IN"/>
              <a:t>SnapGuardian AI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/>
        <p:txBody>
          <a:bodyPr/>
          <a:p>
            <a:r>
              <a:rPr lang="en-IN"/>
              <a:t>Zero-Cloud Privacy, Task Context and NPU Thermal Engine
Designed for Snapdragon-Powered HP PCs</a:t>
            </a:r>
            <a:endParaRPr lang="en-I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IN"/>
              <a:t>Problem Statement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r>
              <a:rPr lang="en-IN"/>
              <a:t>Privacy Risks: Developers and enterprise users expose API keys, stack traces, and documents to cloud services.
Device Overheating: Heavy AI multitasking heats CPU cores to 82C, causing severe thermal throttling and battery drain.</a:t>
            </a:r>
            <a:endParaRPr lang="en-I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IN"/>
              <a:t>SnapGuardian AI Solution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r>
              <a:rPr lang="en-IN"/>
              <a:t>SnapCooler NPU Offloader: Offloads AI workloads to 45 TOPS Hexagon NPU (1.2W TDP), dropping CPU temps by 32C.
Real-Time Vision Privacy Guard: Obfuscates secrets locally on screen frames.
Task Context Graph: 100% offline graph mapping for proactive error root cause analysis.</a:t>
            </a:r>
            <a:endParaRPr lang="en-I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IN"/>
              <a:t>Empirical Benchmarks and Results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r>
              <a:rPr lang="en-IN"/>
              <a:t>Latency: 1.82 ms (NPU) vs 14.5 ms (CPU) - 7.97x Speedup
Power Consumption: 1.2 W (NPU) vs 8.5 W (CPU) - 85.8% Energy Savings
Thermal Delta: -32C CPU Surface Temperature Reduction
Network Traffic: 0 Network Requests (100% Offline Privacy)</a:t>
            </a:r>
            <a:endParaRPr lang="en-IN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922</Words>
  <Application>WPS Presentation</Application>
  <PresentationFormat>Widescreen</PresentationFormat>
  <Paragraphs>16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Arial</vt:lpstr>
      <vt:lpstr>SimSun</vt:lpstr>
      <vt:lpstr>Wingdings</vt:lpstr>
      <vt:lpstr>Wingdings</vt:lpstr>
      <vt:lpstr>WPS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SnapGuardian AI</dc:title>
  <dc:creator>jaswa</dc:creator>
  <cp:lastModifiedBy>jaswa</cp:lastModifiedBy>
  <cp:revision>1</cp:revision>
  <dcterms:created xsi:type="dcterms:W3CDTF">2026-09-19T10:54:33Z</dcterms:created>
  <dcterms:modified xsi:type="dcterms:W3CDTF">2026-09-19T10:54:33Z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1033-12.1.0.28485</vt:lpwstr>
  </property>
  <property fmtid="{D5CDD505-2E9C-101B-9397-08002B2CF9AE}" pid="3" name="ICV">
    <vt:lpwstr>F69E375EB8B94616BD51E386412DF094_11</vt:lpwstr>
  </property>
</Properties>
</file>